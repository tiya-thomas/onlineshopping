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sldIdLst>
    <p:sldId id="256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8;p2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21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photos-vectors/amoled-black-wallpaper/8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24"/>
          <p:cNvPicPr/>
          <p:nvPr/>
        </p:nvPicPr>
        <p:blipFill>
          <a:blip r:embed="rId2"/>
          <a:srcRect t="13906" r="6550" b="734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" name="Google Shape;129;p24"/>
          <p:cNvGrpSpPr/>
          <p:nvPr/>
        </p:nvGrpSpPr>
        <p:grpSpPr>
          <a:xfrm>
            <a:off x="102060" y="143280"/>
            <a:ext cx="8672400" cy="4656960"/>
            <a:chOff x="228600" y="228600"/>
            <a:chExt cx="8672400" cy="4656960"/>
          </a:xfrm>
        </p:grpSpPr>
        <p:sp>
          <p:nvSpPr>
            <p:cNvPr id="51" name="Google Shape;130;p24"/>
            <p:cNvSpPr/>
            <p:nvPr/>
          </p:nvSpPr>
          <p:spPr>
            <a:xfrm>
              <a:off x="2050200" y="257760"/>
              <a:ext cx="6850800" cy="3777120"/>
            </a:xfrm>
            <a:prstGeom prst="roundRect">
              <a:avLst>
                <a:gd name="adj" fmla="val 7195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1;p24"/>
            <p:cNvSpPr/>
            <p:nvPr/>
          </p:nvSpPr>
          <p:spPr>
            <a:xfrm>
              <a:off x="2050200" y="4174560"/>
              <a:ext cx="6850800" cy="710640"/>
            </a:xfrm>
            <a:prstGeom prst="roundRect">
              <a:avLst>
                <a:gd name="adj" fmla="val 24504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" name="Google Shape;132;p24"/>
            <p:cNvGrpSpPr/>
            <p:nvPr/>
          </p:nvGrpSpPr>
          <p:grpSpPr>
            <a:xfrm>
              <a:off x="228600" y="228600"/>
              <a:ext cx="1673640" cy="4656960"/>
              <a:chOff x="228600" y="228600"/>
              <a:chExt cx="1673640" cy="4656960"/>
            </a:xfrm>
          </p:grpSpPr>
          <p:sp>
            <p:nvSpPr>
              <p:cNvPr id="54" name="Google Shape;133;p24"/>
              <p:cNvSpPr/>
              <p:nvPr/>
            </p:nvSpPr>
            <p:spPr>
              <a:xfrm>
                <a:off x="228600" y="228600"/>
                <a:ext cx="1673640" cy="4656960"/>
              </a:xfrm>
              <a:prstGeom prst="roundRect">
                <a:avLst>
                  <a:gd name="adj" fmla="val 13823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34;p24"/>
              <p:cNvSpPr/>
              <p:nvPr/>
            </p:nvSpPr>
            <p:spPr>
              <a:xfrm>
                <a:off x="313560" y="334440"/>
                <a:ext cx="1498320" cy="23652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9525">
                <a:solidFill>
                  <a:srgbClr val="00FFA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520" bIns="83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190600" y="2571840"/>
            <a:ext cx="4495320" cy="1495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Online Shopping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190600" y="4324320"/>
            <a:ext cx="5800320" cy="4759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Funnel Sans Light"/>
                <a:ea typeface="Funnel Sans Light"/>
              </a:rPr>
              <a:t>Creating a Full Stack Website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59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Introduction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This project involved developing a comprehensive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Online Shopping Website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during an internship. The platform allows users to browse products, </a:t>
            </a:r>
            <a:r>
              <a:rPr lang="en-US" sz="1200" dirty="0">
                <a:solidFill>
                  <a:schemeClr val="dk1"/>
                </a:solidFill>
                <a:latin typeface="Funnel Sans"/>
                <a:ea typeface="Funnel Sans"/>
              </a:rPr>
              <a:t>order product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 and complete purchases through a secure, user-friendly interface. The system integrates both frontend and backend technologies to deliver efficient e-commerce functionality accessible 24/7.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0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71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Internship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Introduction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During the internship, I focused on full stack development by creating a dynamic online shopping site. The project leveraged modern web technologies to build various modules including user registration, product management, and payment processing, ensuring a seamless shopping experience.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76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Project Objective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The primary goal was to design a secure, reliable, and efficient e-commerce platform. Key objectives included enabling easy product browsing, secure user authentication, smooth order placement, and effective administrative control to improve user satisfaction and operational efficiency.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81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Technology Stack Used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The project utilized a robust technology stack combining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HTML, CSS, and </a:t>
            </a:r>
            <a:r>
              <a:rPr lang="en-US" sz="1200" b="1" dirty="0">
                <a:solidFill>
                  <a:schemeClr val="dk1"/>
                </a:solidFill>
                <a:latin typeface="Funnel Sans"/>
                <a:ea typeface="Funnel Sans"/>
              </a:rPr>
              <a:t>python, VS code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for frontend design and interaction. For backend development, </a:t>
            </a:r>
            <a:r>
              <a:rPr lang="en-US" sz="1200" b="1" dirty="0">
                <a:solidFill>
                  <a:schemeClr val="dk1"/>
                </a:solidFill>
                <a:latin typeface="Funnel Sans"/>
                <a:ea typeface="Funnel Sans"/>
              </a:rPr>
              <a:t>python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was employed to handle server-side logic</a:t>
            </a:r>
            <a:r>
              <a:rPr lang="en-US" sz="1200" dirty="0">
                <a:solidFill>
                  <a:schemeClr val="dk1"/>
                </a:solidFill>
                <a:latin typeface="Funnel Sans"/>
                <a:ea typeface="Funnel Sans"/>
              </a:rPr>
              <a:t>.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This ensures a responsive, dynamic, and secure online shopping website capable of handling multiple user requests efficiently.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2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93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Frontend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Development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Frontend development focused on creating a clean, user-friendly interface. Key elements included product listing pages, order details. Technologies like HTML, CSS,  </a:t>
            </a:r>
            <a:r>
              <a:rPr lang="en-US" sz="1200" dirty="0">
                <a:solidFill>
                  <a:schemeClr val="dk1"/>
                </a:solidFill>
                <a:latin typeface="Funnel Sans"/>
                <a:ea typeface="Funnel Sans"/>
              </a:rPr>
              <a:t> 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enabled responsive design and smooth navigation to enhance the customer shopping experience.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8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Backend Development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The backend was built using python to manage business logic, process orders, and handle admin controls.  This setup provided real-time data interactions essential for dynamic e-commerce operations.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103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Testing and Deployment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Comprehensive testing involved unit tests, integration tests, and system tests to ensure each module performed flawlessly. Testing verified functionalities like registration, ordering, and  processing. The final deployment was executed on a stable server environment, guaranteeing 24/7 availability and reliable performance for users.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8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109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Conclusions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The project successfully delivered 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secure, efficient, and user-friendly online shopping platform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. It demonstrated effective full stack development skills, integrating frontend and backend technologies. This website simplifies the purchase process, improves customer satisfaction, and offers a scalable solution ready for future enhancements like mobile apps and multiple payment gateways.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352600" y="777960"/>
            <a:ext cx="4447800" cy="86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THANKS!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2343240" y="1552680"/>
            <a:ext cx="4447800" cy="4001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FD6258-3EE6-45EE-7E12-9D6F963BA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14300" y="0"/>
            <a:ext cx="9372600" cy="5143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7CDFC0-F654-BB84-5737-FB2F7B5BEB19}"/>
              </a:ext>
            </a:extLst>
          </p:cNvPr>
          <p:cNvSpPr txBox="1"/>
          <p:nvPr/>
        </p:nvSpPr>
        <p:spPr>
          <a:xfrm flipH="1">
            <a:off x="3051386" y="2277533"/>
            <a:ext cx="40436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401</Words>
  <Application>Microsoft Office PowerPoint</Application>
  <PresentationFormat>On-screen Show (16:9)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Algerian</vt:lpstr>
      <vt:lpstr>Arial</vt:lpstr>
      <vt:lpstr>Funnel Sans</vt:lpstr>
      <vt:lpstr>Funnel Sans Light</vt:lpstr>
      <vt:lpstr>Manrope</vt:lpstr>
      <vt:lpstr>OpenSymbol</vt:lpstr>
      <vt:lpstr>Symbol</vt:lpstr>
      <vt:lpstr>Wingdings</vt:lpstr>
      <vt:lpstr>Computer Architecture by Slidesgo</vt:lpstr>
      <vt:lpstr>Slidesgo Final Pages</vt:lpstr>
      <vt:lpstr>Online Shopping</vt:lpstr>
      <vt:lpstr>Introduction</vt:lpstr>
      <vt:lpstr>Internship  Introduction</vt:lpstr>
      <vt:lpstr>Project Objective</vt:lpstr>
      <vt:lpstr>Technology Stack Used</vt:lpstr>
      <vt:lpstr>Frontend  Development</vt:lpstr>
      <vt:lpstr>Backend Development</vt:lpstr>
      <vt:lpstr>Testing and Deployment</vt:lpstr>
      <vt:lpstr>Conclusions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</cp:revision>
  <dcterms:modified xsi:type="dcterms:W3CDTF">2025-12-31T06:48:00Z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2025-12-31T06:11:30Z</dcterms:created>
  <dc:creator>Unknown Creator</dc:creator>
  <dc:description/>
  <dc:language>en-US</dc:language>
  <cp:lastModifiedBy>Unknown Creator</cp:lastModifiedBy>
  <dcterms:modified xsi:type="dcterms:W3CDTF">2025-12-31T06:11:30Z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